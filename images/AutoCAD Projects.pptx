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2FCD-BF77-2D0F-8582-4B1CB970B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CB13E-F1B2-17DF-07B9-C3E62E5EA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02FC-2752-25DA-01DB-1E37C38D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4F824-6BCC-B9B3-C8FD-763311D3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6CB9A-EAFF-867C-E0EA-8D85C6B8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2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8948-F622-B2B7-3CA9-57AE67E00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AB0F5-DA5D-5A5C-D473-913754DF1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7B85-AB2F-836F-2E82-7C7B7BD3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6E3FB-BB85-B0CF-907A-725BEE65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D593C-0084-8E7E-A694-7E50E098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35DB-0BE3-5F3C-8E1C-E18A0BFC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026E5-EBD6-3282-2321-92DF4433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2A3B7-111A-52E9-5A37-B46C6A31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503C7-6508-D5D6-0CDA-E8BCA388E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0EFB9-B696-9B32-33AB-8E3482DD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14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5F11-269A-6F62-5698-35EE4CA4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3B92-E959-5DA9-D6E7-827854458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18679-98B6-9847-F129-65857CC63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96F14-4AB8-EA61-5AC5-0AADB301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6C9D1-FC99-CBB8-07A2-B2284781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C7C8-1241-0FC5-08F9-7883523D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4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E240-A6FA-D47F-7D4A-E9AAE5C6F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881DB-7508-1177-7BA4-82BF67252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D41D9-82B7-EAA5-BCD6-2C29801DB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A2E2D-A947-4531-B948-7EB5A7AB6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66D28-CDD0-FC1A-9922-F41BF933F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D3AD41-E98E-9568-50E4-A9FA7C24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C1390-14F9-D684-3E9E-7BCFE643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AD9A3-4CAE-E466-0F1C-EEB69335F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5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006C-0635-8650-D0A2-355BEF147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0ECC91-6232-2EF0-6F4F-7C27F43D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4F8EB-943A-576A-7929-8A12E7EC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35B58-B8EF-3CA7-6C8D-B81AD5A6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9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4ACC7-A57B-4D62-689F-0E811AE8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D9CD3-81EE-6CF2-1329-14FA607A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08FBD-B4BC-DEF9-A120-68F6D9009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8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3EFE-D895-11DC-610A-5E8E4DE2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656CF-F055-D910-11D4-819B90F2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1FD2A-31BC-F705-838F-C3696BA40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E6B39-237A-64FD-3D2F-60525DDD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C4D8-DD41-169A-7324-A00FA2EB6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146BD-F6A6-6351-5024-40E9019A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0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1D02-F135-877C-5886-E457EAD4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F7364C-D259-C9CD-C1F2-621B54B44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E62C4-01CA-ED2F-F216-316D0EFDA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C10DA-AF06-2504-912A-AB1218F8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C886E-5FA0-5F2E-FEBC-6CA9F9A9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851C-5106-2484-096D-43DED1FC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8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845E-4683-C189-42A6-3FEC9061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A528E-9E05-5C5E-FDB3-6B7680F43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C3358-157D-E1AD-F530-12730DD7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26824-197D-F6B1-D199-B6DE4A2EC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4632B-6718-E9D3-4F88-BFEDBA19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F79DB-566C-A10A-0C28-72FE53663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DFD06-149D-66E1-5059-D86C83D70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E95B-1DE2-F891-72AA-026EBE8B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E9B85-7632-54B3-7976-84300B08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0FDF5-8077-6D50-436F-C786C6DC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4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2345D-72ED-DE46-3BF3-F26FFD48F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C9D5B-A631-46E6-114F-50B9FDFF1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EB37-01B4-CAD8-B59C-46DD6BC38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AF336-6D91-4D51-96CF-40BFFC531E70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30620-54F3-A5D9-738D-1BE71D686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2AC2F-317C-B68E-F105-DAAA75174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9BBF7-FCA6-4FBC-B681-C71EE2D6A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38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EA049-1762-F00F-00EF-85CA81E7A5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AutoCAD Projects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C6A2B-4379-1225-2A88-A27A0A432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464" y="4329403"/>
            <a:ext cx="9215535" cy="1562878"/>
          </a:xfrm>
        </p:spPr>
        <p:txBody>
          <a:bodyPr>
            <a:normAutofit/>
          </a:bodyPr>
          <a:lstStyle/>
          <a:p>
            <a:r>
              <a:rPr lang="en-US" sz="4000" dirty="0"/>
              <a:t>Gustabo Lazaro</a:t>
            </a:r>
          </a:p>
        </p:txBody>
      </p:sp>
    </p:spTree>
    <p:extLst>
      <p:ext uri="{BB962C8B-B14F-4D97-AF65-F5344CB8AC3E}">
        <p14:creationId xmlns:p14="http://schemas.microsoft.com/office/powerpoint/2010/main" val="249451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9AF5E7-C756-10C7-FA8B-5E03B419C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12" y="94681"/>
            <a:ext cx="8568976" cy="64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8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68638-93BA-7260-FA61-CB55871E3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759" y="0"/>
            <a:ext cx="8529916" cy="666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0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BF51E-8618-CF59-9AFC-6C1F5A4A0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869" y="128539"/>
            <a:ext cx="8092261" cy="624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0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6BD48-C5F7-B2DA-4321-85B8C0208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77" y="224439"/>
            <a:ext cx="8102445" cy="626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4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2A3181-DC46-1675-6EAB-2F6FBA42C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013" y="211671"/>
            <a:ext cx="8278471" cy="61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7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1C03C4-6672-71D6-F6DB-8810CA909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1" y="96571"/>
            <a:ext cx="8528179" cy="659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5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1E6A7-722F-F214-E713-DAEAC3A5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356" y="378003"/>
            <a:ext cx="8256002" cy="631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05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B73D7-2474-A2C3-6747-88E386F7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421" y="0"/>
            <a:ext cx="8786658" cy="677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57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719DF-4C1C-D311-609A-75B66AAB6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35473"/>
            <a:ext cx="8051539" cy="618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4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1DE276-6F5E-75F3-BAD4-7058AB150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387" y="183908"/>
            <a:ext cx="8335584" cy="649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360D85-8785-7DB2-62F7-FD2FD8383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783" y="0"/>
            <a:ext cx="8662282" cy="671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5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AF4479-ADD6-2847-E1FD-FCB8BAC0E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220" y="0"/>
            <a:ext cx="8923314" cy="664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87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82EC1-0527-C889-95A0-0F57ECE50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37" y="160825"/>
            <a:ext cx="8463125" cy="63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82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FF1D7-7F0E-918D-428B-1E5FCAFF4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5" y="230279"/>
            <a:ext cx="9079722" cy="639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64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8CB3C-3F76-9E59-9DA1-FAFEE332A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241" y="581847"/>
            <a:ext cx="7599518" cy="569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83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4FFD0-40FC-AB2A-19AA-6F7D8F5EE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389" y="-151397"/>
            <a:ext cx="8638262" cy="662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51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AutoCAD Projects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Lazaro</dc:creator>
  <cp:lastModifiedBy>Gustavo Lazaro</cp:lastModifiedBy>
  <cp:revision>1</cp:revision>
  <dcterms:created xsi:type="dcterms:W3CDTF">2026-07-20T05:54:49Z</dcterms:created>
  <dcterms:modified xsi:type="dcterms:W3CDTF">2026-07-20T06:07:12Z</dcterms:modified>
</cp:coreProperties>
</file>